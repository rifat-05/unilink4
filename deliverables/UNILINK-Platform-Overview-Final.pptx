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612ac8579741d0" /><Relationship Type="http://schemas.openxmlformats.org/officeDocument/2006/relationships/extended-properties" Target="/docProps/app.xml" Id="R0595555feefe46cf" /><Relationship Type="http://schemas.openxmlformats.org/officeDocument/2006/relationships/officeDocument" Target="/ppt/presentation.xml" Id="R0915877d10e1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c3d9c32664e1a"/>
  </p:sldMasterIdLst>
  <p:notesMasterIdLst>
    <p:notesMasterId xmlns:r="http://schemas.openxmlformats.org/officeDocument/2006/relationships" r:id="R5c0348f3d22d4b00"/>
  </p:notesMasterIdLst>
  <p:sldIdLst>
    <p:sldId xmlns:r="http://schemas.openxmlformats.org/officeDocument/2006/relationships" id="256" r:id="R82af373f769a49a3"/>
    <p:sldId xmlns:r="http://schemas.openxmlformats.org/officeDocument/2006/relationships" id="257" r:id="R71175417a3ae4b89"/>
    <p:sldId xmlns:r="http://schemas.openxmlformats.org/officeDocument/2006/relationships" id="258" r:id="R37d88d02a9c4412f"/>
    <p:sldId xmlns:r="http://schemas.openxmlformats.org/officeDocument/2006/relationships" id="259" r:id="Re60ee51bec3042ec"/>
    <p:sldId xmlns:r="http://schemas.openxmlformats.org/officeDocument/2006/relationships" id="260" r:id="R842efcb277a942c8"/>
    <p:sldId xmlns:r="http://schemas.openxmlformats.org/officeDocument/2006/relationships" id="261" r:id="Racd9c59507d145d9"/>
    <p:sldId xmlns:r="http://schemas.openxmlformats.org/officeDocument/2006/relationships" id="262" r:id="Rc6fe933df0d94397"/>
    <p:sldId xmlns:r="http://schemas.openxmlformats.org/officeDocument/2006/relationships" id="263" r:id="R10024c705f5c4139"/>
    <p:sldId xmlns:r="http://schemas.openxmlformats.org/officeDocument/2006/relationships" id="264" r:id="Rcf7e0763f80e4e97"/>
    <p:sldId xmlns:r="http://schemas.openxmlformats.org/officeDocument/2006/relationships" id="265" r:id="Rf22e184ead3942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1a40973d1e4d1d" /><Relationship Type="http://schemas.openxmlformats.org/officeDocument/2006/relationships/slideMaster" Target="/ppt/slideMasters/slideMaster1.xml" Id="R84dc3d9c32664e1a" /><Relationship Type="http://schemas.openxmlformats.org/officeDocument/2006/relationships/notesMaster" Target="/ppt/notesMasters/notesMaster1.xml" Id="R5c0348f3d22d4b00" /><Relationship Type="http://schemas.openxmlformats.org/officeDocument/2006/relationships/presProps" Target="/ppt/presProps.xml" Id="Re6087818111749d5" /><Relationship Type="http://schemas.openxmlformats.org/officeDocument/2006/relationships/tableStyles" Target="/ppt/tableStyles.xml" Id="Rad99cc8d907141bb" /><Relationship Type="http://schemas.openxmlformats.org/officeDocument/2006/relationships/slide" Target="/ppt/slides/slide1.xml" Id="R82af373f769a49a3" /><Relationship Type="http://schemas.openxmlformats.org/officeDocument/2006/relationships/slide" Target="/ppt/slides/slide2.xml" Id="R71175417a3ae4b89" /><Relationship Type="http://schemas.openxmlformats.org/officeDocument/2006/relationships/slide" Target="/ppt/slides/slide3.xml" Id="R37d88d02a9c4412f" /><Relationship Type="http://schemas.openxmlformats.org/officeDocument/2006/relationships/slide" Target="/ppt/slides/slide4.xml" Id="Re60ee51bec3042ec" /><Relationship Type="http://schemas.openxmlformats.org/officeDocument/2006/relationships/slide" Target="/ppt/slides/slide5.xml" Id="R842efcb277a942c8" /><Relationship Type="http://schemas.openxmlformats.org/officeDocument/2006/relationships/slide" Target="/ppt/slides/slide6.xml" Id="Racd9c59507d145d9" /><Relationship Type="http://schemas.openxmlformats.org/officeDocument/2006/relationships/slide" Target="/ppt/slides/slide7.xml" Id="Rc6fe933df0d94397" /><Relationship Type="http://schemas.openxmlformats.org/officeDocument/2006/relationships/slide" Target="/ppt/slides/slide8.xml" Id="R10024c705f5c4139" /><Relationship Type="http://schemas.openxmlformats.org/officeDocument/2006/relationships/slide" Target="/ppt/slides/slide9.xml" Id="Rcf7e0763f80e4e97" /><Relationship Type="http://schemas.openxmlformats.org/officeDocument/2006/relationships/slide" Target="/ppt/slides/slide10.xml" Id="Rf22e184ead3942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be8d09abf045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9ae88405c475c" /><Relationship Type="http://schemas.openxmlformats.org/officeDocument/2006/relationships/notesMaster" Target="/ppt/notesMasters/notesMaster1.xml" Id="R4aa32b57823b40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6dd1bbf762410e" /><Relationship Type="http://schemas.openxmlformats.org/officeDocument/2006/relationships/notesMaster" Target="/ppt/notesMasters/notesMaster1.xml" Id="Rabbd227f032645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a4866acfb34a4e" /><Relationship Type="http://schemas.openxmlformats.org/officeDocument/2006/relationships/notesMaster" Target="/ppt/notesMasters/notesMaster1.xml" Id="R27b15afd857645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505b58160946af" /><Relationship Type="http://schemas.openxmlformats.org/officeDocument/2006/relationships/notesMaster" Target="/ppt/notesMasters/notesMaster1.xml" Id="R19085c8088aa44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50b41af66d4aa4" /><Relationship Type="http://schemas.openxmlformats.org/officeDocument/2006/relationships/notesMaster" Target="/ppt/notesMasters/notesMaster1.xml" Id="R4d277725587646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39f58f4a3545a0" /><Relationship Type="http://schemas.openxmlformats.org/officeDocument/2006/relationships/notesMaster" Target="/ppt/notesMasters/notesMaster1.xml" Id="Re742d008e78b40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2177b0d57e4cbd" /><Relationship Type="http://schemas.openxmlformats.org/officeDocument/2006/relationships/notesMaster" Target="/ppt/notesMasters/notesMaster1.xml" Id="R83f6ad5416ca45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fd8eb6dffc48ac" /><Relationship Type="http://schemas.openxmlformats.org/officeDocument/2006/relationships/notesMaster" Target="/ppt/notesMasters/notesMaster1.xml" Id="R7742efe729b742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dbeddf7fcf4d7c" /><Relationship Type="http://schemas.openxmlformats.org/officeDocument/2006/relationships/notesMaster" Target="/ppt/notesMasters/notesMaster1.xml" Id="R6f99b174b8a14e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f826e1af324b73" /><Relationship Type="http://schemas.openxmlformats.org/officeDocument/2006/relationships/notesMaster" Target="/ppt/notesMasters/notesMaster1.xml" Id="R0ce4180a5db341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3f324af4845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aa971cf575441d" /><Relationship Type="http://schemas.openxmlformats.org/officeDocument/2006/relationships/slideLayout" Target="/ppt/slideLayouts/slideLayout1.xml" Id="Rf609b6d3ea9941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09b6d3ea9941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46028ea46428c" /><Relationship Type="http://schemas.openxmlformats.org/officeDocument/2006/relationships/image" Target="/ppt/media/image.png" Id="Re50dbca389b546a4" /><Relationship Type="http://schemas.openxmlformats.org/officeDocument/2006/relationships/notesSlide" Target="/ppt/notesSlides/notesSlide1.xml" Id="Rdb6aaee6217444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1fdc19b8444fe" /><Relationship Type="http://schemas.openxmlformats.org/officeDocument/2006/relationships/notesSlide" Target="/ppt/notesSlides/notesSlide2.xml" Id="Rbefb99f2075148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f47136dde4566" /><Relationship Type="http://schemas.openxmlformats.org/officeDocument/2006/relationships/notesSlide" Target="/ppt/notesSlides/notesSlide3.xml" Id="R34013854418046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776003df54db7" /><Relationship Type="http://schemas.openxmlformats.org/officeDocument/2006/relationships/notesSlide" Target="/ppt/notesSlides/notesSlide4.xml" Id="R23f718eb491a4b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35901dff34315" /><Relationship Type="http://schemas.openxmlformats.org/officeDocument/2006/relationships/notesSlide" Target="/ppt/notesSlides/notesSlide5.xml" Id="Re86cabb2521444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798abc14f4fff" /><Relationship Type="http://schemas.openxmlformats.org/officeDocument/2006/relationships/notesSlide" Target="/ppt/notesSlides/notesSlide6.xml" Id="Re38755343ebd44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e34ab713748ef" /><Relationship Type="http://schemas.openxmlformats.org/officeDocument/2006/relationships/notesSlide" Target="/ppt/notesSlides/notesSlide7.xml" Id="R1614c0dbb8e049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816ba6f2e45ac" /><Relationship Type="http://schemas.openxmlformats.org/officeDocument/2006/relationships/notesSlide" Target="/ppt/notesSlides/notesSlide8.xml" Id="R2b3a6d96eed846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c7e0b0b964a56" /><Relationship Type="http://schemas.openxmlformats.org/officeDocument/2006/relationships/notesSlide" Target="/ppt/notesSlides/notesSlide9.xml" Id="Rf58501e1e9354d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3e2da044a4d06" /><Relationship Type="http://schemas.openxmlformats.org/officeDocument/2006/relationships/notesSlide" Target="/ppt/notesSlides/notesSlide10.xml" Id="R80540b6e85a04a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dbca389b546a4"/>
          <a:srcRect xmlns:a="http://schemas.openxmlformats.org/drawingml/2006/main" l="25891" t="0" r="258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0"/>
            <a:ext cx="6715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265F0-B84B-4F45-A668-FF6EDE6C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1238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9BBC5-C243-4B12-A571-124FBC0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7BF9D-F831-45ED-B0FB-71CD630D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Connect. Learn.</a:t>
            </a:r>
          </a:p>
          <a:p xmlns:a="http://schemas.openxmlformats.org/drawingml/2006/main">
            <a:pPr algn="l">
              <a:defRPr sz="39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Get Hired.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AE652-5D84-4E7C-8E1B-D8C3B75F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333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A university opportunity network for students, clubs, recruiters, and institutions across Bangladesh.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E83DA-E844-413B-A602-9F15FA72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19F6F-38AF-4653-965D-5322720E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26793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77056-6B71-43CD-A6C0-2E7BB670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CC03A-B52A-4245-BDBC-7244E1F0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46D50-C7DA-4E49-A61B-DA44572E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BDC9A-62E2-4DED-B732-78327655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The gap between campus life and career 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C9D2D-2C05-4F91-9BE0-9329F0FE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Students use disconnected tools to study, build proof of skills, and find relevant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427D7-6F82-4817-9860-201921FA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Campus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86323-BA50-4CCC-9FD5-70035152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9E4EB-AC9A-4F53-BDA8-68C55FE3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24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Career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77234-5B2E-4D35-974D-23BD0C15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Scattered groups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Unverified claims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Hidden opportunities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Slow coordination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1F3D0-FE08-44F3-8DB6-476710DD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A30"/>
          </a:solidFill>
          <a:ln xmlns:a="http://schemas.openxmlformats.org/drawingml/2006/main" w="9525">
            <a:solidFill>
              <a:srgbClr val="5B7C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803EC-549C-4B95-9D67-B596C06D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One trusted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E8B1F-495D-40F8-9967-761F7746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Academic identity connects collaboration, verified skills, opportunities, and hiring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EF9C4-6268-4C50-9203-5C7DF734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Relevant matches</a:t>
            </a:r>
          </a:p>
          <a:p xmlns:a="http://schemas.openxmlformats.org/drawingml/2006/main">
            <a:pPr algn="r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Credible profiles</a:t>
            </a:r>
          </a:p>
          <a:p xmlns:a="http://schemas.openxmlformats.org/drawingml/2006/main">
            <a:pPr algn="r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Faster hiring</a:t>
            </a:r>
          </a:p>
          <a:p xmlns:a="http://schemas.openxmlformats.org/drawingml/2006/main">
            <a:pPr algn="r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Measurable progress</a:t>
            </a:r>
          </a:p>
        </p:txBody>
      </p:sp>
    </p:spTree>
    <p:extLst>
      <p:ext uri="{BB962C8B-B14F-4D97-AF65-F5344CB8AC3E}">
        <p14:creationId xmlns:p14="http://schemas.microsoft.com/office/powerpoint/2010/main" val="1863879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CC010-BB80-493F-84F4-B1586C74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5E9D1-0EA5-401B-AB07-665A748B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3D363-3A10-43F1-BF91-613A36B4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E2538-9CC0-49F0-9C5E-696A22A9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One platform, four connected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A4222-C291-483A-9C5D-94A1CD66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Each role gets a focused workspace while contributing to the same verified network.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5AF09-4D73-4C92-A606-EFFB4267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552700" cy="31432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C3B95-4A96-4F41-9F7E-CF252543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33838-6E95-4FC8-A955-E55DE6DB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8998E-1E73-4372-872C-B85EB704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171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Find study partners, build a verified profile, join clubs, and apply for opportunities.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0AA30-94E1-4099-936B-4BF398B8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2552700" cy="31432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50F1E-B1EF-41B4-A5F4-488215D6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B5AEB-CB6B-45CF-8DFA-85426366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62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Clubs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A7D97-1D7B-4476-AD2C-CCDD6949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2171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Manage members, publish events, collect dues, and communicate with the campus.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C2905-BE95-459D-89A1-6C0498D5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552700" cy="31432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EB1C9-E688-446C-92F9-25531E9C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2E5C1-7114-4C71-BD5D-603B1BE4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Recruiters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6D0B9-3308-49D6-AEAE-B53ECC82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2171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Search verified candidates, post opportunities, and contact qualified students.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2E26A-B552-4EF5-A410-A9580D8C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552700" cy="31432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352F5-1A6B-4F35-95F9-569C0813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7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8B51B-ABF6-4E45-98F4-368E36E1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2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Universities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76530-D034-40D8-9215-751CE82D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2171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Manage partnerships, review outcomes, and support students who need attention.</a:t>
            </a:r>
          </a:p>
        </p:txBody>
      </p:sp>
    </p:spTree>
    <p:extLst>
      <p:ext uri="{BB962C8B-B14F-4D97-AF65-F5344CB8AC3E}">
        <p14:creationId xmlns:p14="http://schemas.microsoft.com/office/powerpoint/2010/main" val="352448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2406C-D0F5-49D6-AB2A-CD1D70EA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15E6C-6CBB-4DAD-8903-A4049A88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E7064-14E6-49F7-AABD-38CCC3FA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2207F-6A03-489E-A80C-1144980D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Study Partner matching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FF7BB-AB49-4BBB-862C-3816EE45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Students discover peers by course, skill, university, and study preference.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83636-D219-4092-A929-08F41EBF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Better matches start with useful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79EAB-29EF-477E-960E-9320AC76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4524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Profiles show the subjects a student can teach, the help they need, availability, and preferred session format.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E5343-5411-4E1F-BC1E-B75D4AF8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7625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8066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78979-1461-4A66-8201-30A6BE5C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MATCH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8F2F3-8522-4F8F-9EB2-CBC3832A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Course overlap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A2944-3E1E-406F-ACF9-9970828D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95DD1-87BE-4D71-AA43-5B21D1B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Study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8E67D-DC35-417F-8C86-273EA80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Verified university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E7BD2-22B3-4027-91AD-655EEF18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Students can move from discovery to a scheduled session without leaving the platform.</a:t>
            </a:r>
          </a:p>
        </p:txBody>
      </p:sp>
    </p:spTree>
    <p:extLst>
      <p:ext uri="{BB962C8B-B14F-4D97-AF65-F5344CB8AC3E}">
        <p14:creationId xmlns:p14="http://schemas.microsoft.com/office/powerpoint/2010/main" val="1705164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CBF8F-4C13-4359-A084-8EC48B7B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57945-013D-43C9-8303-07E36227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B7CFF-D8AE-4D47-9058-C6077F44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1FC72-54FB-48C3-AC5C-AED51EC9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Campus feed, notices, and 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F9936-1372-43AE-B587-9A5B28C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A single English language feed keeps university life organized and easy to scan.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EB363-B95E-4655-A390-003A403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333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F78F3-FE90-4989-9FB6-3AA5CB6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D40E8-7333-4F42-930D-067240AC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Notices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9B1E5-65AA-4166-8AD3-0A099F4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95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University and club announcements appear in one structured feed with clear categories.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DA900-FC68-46D5-9FC5-4B18AA78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3ED6D-1D86-4FA9-88C9-BA55E91B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8E08A-98F4-4327-810E-1520C852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A42EE-8E7A-4B54-9CC5-8C795583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95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Students can discover academic, club, and recruiting events by date and organizer.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33927-E246-4D95-8BF9-2BCD9A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333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BA58D-D9CF-4AAB-A245-3743A49B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B3572-CE0F-474F-B5D6-A505F121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2C479-8547-4F77-ADC4-EBF0F15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295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Shared learning resources stay attached to courses, groups, and study activity.</a:t>
            </a:r>
          </a:p>
        </p:txBody>
      </p:sp>
    </p:spTree>
    <p:extLst>
      <p:ext uri="{BB962C8B-B14F-4D97-AF65-F5344CB8AC3E}">
        <p14:creationId xmlns:p14="http://schemas.microsoft.com/office/powerpoint/2010/main" val="8419226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AAFD3-FB9C-4120-85FE-C6E4BD73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51FDB-757E-4FC8-B09E-E5F0A945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1946D-2473-4E4E-BD70-4FD45099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DB181-7705-44FB-B031-B296EA90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Verified profiles and SkillCheck badges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0D75C-3784-4B04-9AE0-A34E8BB1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Academic identity and assessed skills give recruiters stronger evidence than a résumé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1C7A9-B8C8-4AD5-8EA6-7BD5E558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A profile combines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C5621-2314-4AA8-86ED-178B8E52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Academic email verification</a:t>
            </a:r>
          </a:p>
          <a:p xmlns:a="http://schemas.openxmlformats.org/drawingml/2006/main">
            <a:pPr algn="l">
              <a:defRPr sz="16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University and department</a:t>
            </a:r>
          </a:p>
          <a:p xmlns:a="http://schemas.openxmlformats.org/drawingml/2006/main">
            <a:pPr algn="l">
              <a:defRPr sz="16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Course and club participation</a:t>
            </a:r>
          </a:p>
          <a:p xmlns:a="http://schemas.openxmlformats.org/drawingml/2006/main">
            <a:pPr algn="l">
              <a:defRPr sz="16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SkillCheck results</a:t>
            </a:r>
          </a:p>
          <a:p xmlns:a="http://schemas.openxmlformats.org/drawingml/2006/main">
            <a:pPr algn="l">
              <a:defRPr sz="16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Project and internship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8CED4-CF4B-42F4-B186-D00CEB9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5143500" cy="3181350"/>
          </a:xfrm>
          <a:prstGeom xmlns:a="http://schemas.openxmlformats.org/drawingml/2006/main" prst="roundRect">
            <a:avLst>
              <a:gd name="adj" fmla="val 7784"/>
            </a:avLst>
          </a:prstGeom>
          <a:solidFill xmlns:a="http://schemas.openxmlformats.org/drawingml/2006/main">
            <a:srgbClr val="101A30"/>
          </a:solidFill>
          <a:ln xmlns:a="http://schemas.openxmlformats.org/drawingml/2006/main" w="9525">
            <a:solidFill>
              <a:srgbClr val="5B7CF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2DF5E-05CD-418D-AAF0-81425699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7A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C7A5"/>
                </a:solidFill>
                <a:latin typeface="Arial"/>
                <a:ea typeface="Arial"/>
                <a:cs typeface="Arial"/>
              </a:rPr>
              <a:t>VERIFIED STUDENT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FAAEE-A566-44D2-A45F-F4B11F36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71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Arif Jahan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1A31A-9BEE-459A-94AF-899FB7F8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48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Computer Science · BUET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2A0FE-E99A-49A6-A09A-FE7E115E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719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3 verified skill badges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45EE3-DD5A-4360-A5EF-C6445B8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86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Profile evidence supports faster shortlisting.</a:t>
            </a:r>
          </a:p>
        </p:txBody>
      </p:sp>
    </p:spTree>
    <p:extLst>
      <p:ext uri="{BB962C8B-B14F-4D97-AF65-F5344CB8AC3E}">
        <p14:creationId xmlns:p14="http://schemas.microsoft.com/office/powerpoint/2010/main" val="854518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EA626-A2FD-4B20-9F22-9A765585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E6B7F-24D1-42C6-938D-8F69464C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54301-563B-4C2D-A3AB-EEC9286E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56260-62CF-4135-8DB4-6FB61F09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Live Bid opportunity marketplace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AC8D4-52A0-4945-8A16-C870B044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Students compete for internships, project work, hackathon bounties, and exclusive recruiter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9A106-6782-4FAC-9DDE-DCAD90EF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Opportunity types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CE788-382A-465A-8816-5CAD5336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90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Internships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Hackathon bounties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Project work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Exclusive candidate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68AA9-76BF-4BFB-B620-26A446EA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571500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D95BC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DCB13-8895-4548-96FD-83811A62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54057-C6D4-4BD5-BD6D-751519B7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Recruiters publish a clear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7A14A-936B-430D-B8E5-754989A6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62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Eligible students submit verified bids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79D56-CA43-45F6-8924-2A060AA1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Teams shortlist and communicate in one place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0FA87-98F0-4ACC-A356-776684F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The result: opportunity discovery and candidate evaluation share the same workflow.</a:t>
            </a:r>
          </a:p>
        </p:txBody>
      </p:sp>
    </p:spTree>
    <p:extLst>
      <p:ext uri="{BB962C8B-B14F-4D97-AF65-F5344CB8AC3E}">
        <p14:creationId xmlns:p14="http://schemas.microsoft.com/office/powerpoint/2010/main" val="527290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9E531-BBB2-430E-80D1-2CC89720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646DF-BDDB-40F0-AA00-85FB7810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FE609-7A31-41CB-AD52-3CFFE51F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CB099-CC87-46BD-BF7E-746AB92E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Recruiter search and hiring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AF54E-E46F-4796-BD73-09C4AF48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Recruiters filter candidates by verified education, skills, CGPA, and availability.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7D587-8BA0-4806-82C0-B25A76A9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15749-F947-48D5-B998-DC3FA429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35718-092E-4273-8629-C75723ED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A4092-34AD-4FF8-AAB5-721DC76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95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Find candidates with useful filters instead of reading unstructured applications.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D7A88-C224-4D3B-B975-2AC921AE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6F6C4-EF7A-4B79-9536-445CA3D1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85374-FF81-4CE8-B50C-0F899AFE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74932-BA1E-4515-B726-63034076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95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Review badges, academic context, and engagement signals in one profile.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EA0FD-A2EB-4728-B884-866F630F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3BD62-F7B5-4200-A860-65D64D79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ABECA-F668-4EB6-B483-B823C55E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39554-96D8-44F5-B67F-ED0ECFE6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295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Save candidates, start conversations, and invite the strongest matches.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A413F-249D-4BBD-95D9-CCC2C7BF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Verified data helps teams spend more time on strong candidates and less time checking claims.</a:t>
            </a:r>
          </a:p>
        </p:txBody>
      </p:sp>
    </p:spTree>
    <p:extLst>
      <p:ext uri="{BB962C8B-B14F-4D97-AF65-F5344CB8AC3E}">
        <p14:creationId xmlns:p14="http://schemas.microsoft.com/office/powerpoint/2010/main" val="248644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E0A19-1F46-4319-84BA-9D0D4F1A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6E710-921E-4ACE-A9E1-37DA73DC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600DE-5C9F-4DF4-A0FB-AAF188E4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1E54F-1BBC-4316-BB18-64B26DDE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Administration and campus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E7CB6-9C9F-49CB-902C-4BDC52BC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The admin dashboard brings partnerships, platform health, student support, and reporting into one 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E2BAA-A38C-44A4-A5BB-2181E18C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19300"/>
            <a:ext cx="6191250" cy="361950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101A30"/>
          </a:solidFill>
          <a:ln xmlns:a="http://schemas.openxmlformats.org/drawingml/2006/main" w="9525">
            <a:solidFill>
              <a:srgbClr val="5B7CF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83781-8985-4B29-A6A7-C6075EFB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ADMIN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40C59-EA5F-4393-98C2-64B7BEC5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00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Partnership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CFF04-FA00-48E6-AE4F-D7A7D6AC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University and club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8C206-1DF6-4CD3-B49C-9D0FAEA8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Placement 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89190-06CC-4579-8D7B-13B63215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86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Cohort performance and hiring outcomes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57DD8-4CA3-4614-9F4C-E79FDC7D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57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Student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7D0E9-1C97-4A06-AB5C-39CE8D32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Prioritized alerts with direct contact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8093E-5C51-4DCB-BB27-6E4ED2DE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18,432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7F13D-62D3-4308-97C6-7E5AA12E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verified student accounts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5CAA4-5157-46A2-8FD7-836C42B7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83%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2BB61-D0BE-4C27-9634-F871724C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graduate placement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C8B5F-3088-46F4-8AB7-DE4B168B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10852-2E0A-488F-9517-863EE1EE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students requiring support</a:t>
            </a:r>
          </a:p>
        </p:txBody>
      </p:sp>
    </p:spTree>
    <p:extLst>
      <p:ext uri="{BB962C8B-B14F-4D97-AF65-F5344CB8AC3E}">
        <p14:creationId xmlns:p14="http://schemas.microsoft.com/office/powerpoint/2010/main" val="1740087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3193B-3AD8-47CC-A15B-F53CF40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2EBB9-8EBF-4BD3-BF6E-71AE6440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835C6-F8C8-4C7F-BA7A-406F9DF3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E1225-DABC-43B8-B40C-BB315763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A complete platform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945EF-7678-4FC0-AB7D-8B1DCD33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UNILINK combines a consistent interface with a Node.js backend and role based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B1B13-16EB-43C3-AAFC-997E214B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Student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99B5A-1B42-4C0A-9B56-A1D3B882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Study matching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Campus feed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Events and notes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Verified badges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3EC86-891B-4458-848F-737027D2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Career 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0AA0C-C20D-49AB-8B27-4B677373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Live opportunities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Candidate search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Recruiter contact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Hiring activity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078DB-CEAB-4696-8621-BB395D68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Administration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07CB2-0F67-4796-BF99-449B8C8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Partnerships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Announcements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Analytics and reports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Student support alerts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8D1C6-3FC4-4954-85E1-8C159BF6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Connect. Learn. Get Hired.</a:t>
            </a:r>
          </a:p>
        </p:txBody>
      </p:sp>
    </p:spTree>
    <p:extLst>
      <p:ext uri="{BB962C8B-B14F-4D97-AF65-F5344CB8AC3E}">
        <p14:creationId xmlns:p14="http://schemas.microsoft.com/office/powerpoint/2010/main" val="677900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2026-09-07T22:22:31.4090000Z</dcterms:created>
  <dcterms:modified xsi:type="dcterms:W3CDTF">2026-09-07T22:22:31.4090000Z</dcterms:modified>
</coreProperties>
</file>